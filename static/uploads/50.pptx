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60" r:id="rId1"/>
  </p:sldMasterIdLst>
  <p:sldIdLst>
    <p:sldId id="256" r:id="rId2"/>
    <p:sldId id="257" r:id="rId3"/>
    <p:sldId id="260" r:id="rId4"/>
    <p:sldId id="258" r:id="rId5"/>
    <p:sldId id="261" r:id="rId6"/>
    <p:sldId id="271" r:id="rId7"/>
    <p:sldId id="272" r:id="rId8"/>
    <p:sldId id="262" r:id="rId9"/>
    <p:sldId id="273" r:id="rId10"/>
    <p:sldId id="274" r:id="rId11"/>
    <p:sldId id="276" r:id="rId12"/>
    <p:sldId id="277" r:id="rId13"/>
    <p:sldId id="278" r:id="rId14"/>
    <p:sldId id="279" r:id="rId15"/>
    <p:sldId id="275" r:id="rId16"/>
    <p:sldId id="267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5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BC880-8CF0-417F-9916-120B417C6F58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963B7-4B9F-4FCB-93DD-CF0CE33E03E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BC880-8CF0-417F-9916-120B417C6F58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963B7-4B9F-4FCB-93DD-CF0CE33E03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BC880-8CF0-417F-9916-120B417C6F58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963B7-4B9F-4FCB-93DD-CF0CE33E03E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BC880-8CF0-417F-9916-120B417C6F58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963B7-4B9F-4FCB-93DD-CF0CE33E03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BC880-8CF0-417F-9916-120B417C6F58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963B7-4B9F-4FCB-93DD-CF0CE33E03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BC880-8CF0-417F-9916-120B417C6F58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963B7-4B9F-4FCB-93DD-CF0CE33E03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BC880-8CF0-417F-9916-120B417C6F58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963B7-4B9F-4FCB-93DD-CF0CE33E03E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BC880-8CF0-417F-9916-120B417C6F58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963B7-4B9F-4FCB-93DD-CF0CE33E03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BC880-8CF0-417F-9916-120B417C6F58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963B7-4B9F-4FCB-93DD-CF0CE33E03E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BC880-8CF0-417F-9916-120B417C6F58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963B7-4B9F-4FCB-93DD-CF0CE33E03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BC880-8CF0-417F-9916-120B417C6F58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963B7-4B9F-4FCB-93DD-CF0CE33E03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A3EBC880-8CF0-417F-9916-120B417C6F58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AFD963B7-4B9F-4FCB-93DD-CF0CE33E03E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D2D28E-A205-A5AE-9E34-7761B1AD0D18}"/>
              </a:ext>
            </a:extLst>
          </p:cNvPr>
          <p:cNvSpPr txBox="1"/>
          <p:nvPr/>
        </p:nvSpPr>
        <p:spPr>
          <a:xfrm>
            <a:off x="1143000" y="228600"/>
            <a:ext cx="7772400" cy="355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9620" indent="-6350">
              <a:lnSpc>
                <a:spcPct val="107000"/>
              </a:lnSpc>
              <a:spcAft>
                <a:spcPts val="800"/>
              </a:spcAft>
            </a:pPr>
            <a:r>
              <a:rPr lang="en-IN" sz="16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DR. BABASAHEB AMBEDKAR TECHNOLOGICAL UNIVERSITY, LONERE </a:t>
            </a:r>
            <a:endParaRPr lang="en-IN" sz="1600" kern="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3" name="Picture 37">
            <a:extLst>
              <a:ext uri="{FF2B5EF4-FFF2-40B4-BE49-F238E27FC236}">
                <a16:creationId xmlns:a16="http://schemas.microsoft.com/office/drawing/2014/main" id="{3832C51D-73A7-7FBC-2E15-847BF07B4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533400"/>
            <a:ext cx="1752600" cy="1340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749CA07-6225-5B4C-CCDA-012506C10A02}"/>
              </a:ext>
            </a:extLst>
          </p:cNvPr>
          <p:cNvSpPr txBox="1"/>
          <p:nvPr/>
        </p:nvSpPr>
        <p:spPr>
          <a:xfrm>
            <a:off x="914400" y="1905000"/>
            <a:ext cx="8610600" cy="8826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406400" algn="ctr">
              <a:lnSpc>
                <a:spcPct val="107000"/>
              </a:lnSpc>
              <a:spcAft>
                <a:spcPts val="1070"/>
              </a:spcAft>
            </a:pPr>
            <a:r>
              <a:rPr lang="en-I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IN" sz="24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SHARAD INSTITUTE OF TECHNOLOGY COLLEGE OF ENGINEERING, YADRAV, ICHALKARANJI </a:t>
            </a:r>
            <a:endParaRPr lang="en-IN" sz="2400" b="1" kern="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04DB2D-76DB-D689-159D-44BBF7D25B39}"/>
              </a:ext>
            </a:extLst>
          </p:cNvPr>
          <p:cNvSpPr txBox="1"/>
          <p:nvPr/>
        </p:nvSpPr>
        <p:spPr>
          <a:xfrm>
            <a:off x="2286000" y="2743200"/>
            <a:ext cx="4953000" cy="388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" algn="ctr">
              <a:lnSpc>
                <a:spcPct val="107000"/>
              </a:lnSpc>
              <a:spcAft>
                <a:spcPts val="1180"/>
              </a:spcAft>
            </a:pPr>
            <a:r>
              <a:rPr lang="en-I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 AUTONOMOUS INSTITUTE </a:t>
            </a:r>
            <a:endParaRPr lang="en-IN" sz="2400" kern="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7CAFDA-ED92-6F94-DDA5-75D8317A5ED8}"/>
              </a:ext>
            </a:extLst>
          </p:cNvPr>
          <p:cNvSpPr txBox="1"/>
          <p:nvPr/>
        </p:nvSpPr>
        <p:spPr>
          <a:xfrm>
            <a:off x="609600" y="3200400"/>
            <a:ext cx="8001000" cy="388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160" indent="-6350" algn="ctr">
              <a:lnSpc>
                <a:spcPct val="107000"/>
              </a:lnSpc>
              <a:spcAft>
                <a:spcPts val="1250"/>
              </a:spcAft>
            </a:pPr>
            <a:r>
              <a:rPr lang="en-I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DEPARTMENT OF  </a:t>
            </a:r>
            <a:endParaRPr lang="en-IN" sz="1800" kern="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BFF2D3-4A5F-02D9-89A3-C3A5EF61D628}"/>
              </a:ext>
            </a:extLst>
          </p:cNvPr>
          <p:cNvSpPr txBox="1"/>
          <p:nvPr/>
        </p:nvSpPr>
        <p:spPr>
          <a:xfrm>
            <a:off x="152400" y="3657600"/>
            <a:ext cx="9271000" cy="407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" marR="1905" indent="-6350" algn="ctr">
              <a:lnSpc>
                <a:spcPct val="107000"/>
              </a:lnSpc>
              <a:spcAft>
                <a:spcPts val="1075"/>
              </a:spcAft>
            </a:pPr>
            <a:r>
              <a:rPr lang="en-IN" sz="2000" kern="100" dirty="0">
                <a:solidFill>
                  <a:srgbClr val="000000"/>
                </a:solidFill>
                <a:effectLst/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Computer Science and Engineering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40CDAC-797E-FCEC-987E-B348367C9DC2}"/>
              </a:ext>
            </a:extLst>
          </p:cNvPr>
          <p:cNvSpPr txBox="1"/>
          <p:nvPr/>
        </p:nvSpPr>
        <p:spPr>
          <a:xfrm>
            <a:off x="2667000" y="4876800"/>
            <a:ext cx="4724400" cy="468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160" marR="1270" indent="-6350" algn="ctr">
              <a:lnSpc>
                <a:spcPct val="107000"/>
              </a:lnSpc>
              <a:spcAft>
                <a:spcPts val="1250"/>
              </a:spcAft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“College E-Notice Board”</a:t>
            </a:r>
            <a:r>
              <a:rPr lang="en-IN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IN" sz="2400" b="1" kern="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53A924-BE80-9916-0045-FF22E6FCEDEF}"/>
              </a:ext>
            </a:extLst>
          </p:cNvPr>
          <p:cNvSpPr txBox="1"/>
          <p:nvPr/>
        </p:nvSpPr>
        <p:spPr>
          <a:xfrm>
            <a:off x="228600" y="4267200"/>
            <a:ext cx="9176152" cy="388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160" marR="1270" indent="-6350" algn="ctr">
              <a:lnSpc>
                <a:spcPct val="107000"/>
              </a:lnSpc>
              <a:spcAft>
                <a:spcPts val="1250"/>
              </a:spcAft>
            </a:pPr>
            <a:r>
              <a:rPr lang="en-I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 PROJECT </a:t>
            </a:r>
            <a:r>
              <a:rPr lang="en-IN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PRESENTATION </a:t>
            </a:r>
            <a:r>
              <a:rPr lang="en-I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ON </a:t>
            </a:r>
            <a:endParaRPr lang="en-IN" sz="1800" kern="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2511846" y="94377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752600" y="990600"/>
            <a:ext cx="5715000" cy="114300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PRESENTED BY-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981200" y="2514600"/>
            <a:ext cx="5486400" cy="1676400"/>
          </a:xfrm>
        </p:spPr>
        <p:txBody>
          <a:bodyPr>
            <a:noAutofit/>
          </a:bodyPr>
          <a:lstStyle/>
          <a:p>
            <a:pPr marL="457200" indent="-457200" algn="just"/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Pratibha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Subhash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Koravi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457200" indent="-457200" algn="just"/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2.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Pradnya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Prakash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Patil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457200" indent="-457200" algn="just"/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3.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Aarti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Chandrakant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Madihali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457200" indent="-457200" algn="just"/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4.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Manasi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Adinath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Patil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</p:cSld>
  <p:clrMapOvr>
    <a:masterClrMapping/>
  </p:clrMapOvr>
  <p:transition>
    <p:wipe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5000" y="1066800"/>
            <a:ext cx="6172200" cy="68580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College E-Notice 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2743200"/>
            <a:ext cx="6172200" cy="1524000"/>
          </a:xfrm>
        </p:spPr>
        <p:txBody>
          <a:bodyPr>
            <a:normAutofit/>
          </a:bodyPr>
          <a:lstStyle/>
          <a:p>
            <a:pPr algn="l"/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A mini project using </a:t>
            </a:r>
            <a:r>
              <a:rPr lang="en-US" sz="24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Reportlab</a:t>
            </a:r>
            <a:endParaRPr lang="en-US" sz="2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Technical Guide : Mr. P. B.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Patil</a:t>
            </a: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wipe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600200"/>
            <a:ext cx="7924800" cy="35814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  <a:defRPr sz="18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web-based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noticeboard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designed for educational institutions.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  <a:defRPr sz="18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admins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post notices and students to access them online.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  <a:defRPr sz="18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receive email alerts for updates and OTP for password reset.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  <a:defRPr sz="18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Replaces manual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noticeboard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a digital, paperless system.</a:t>
            </a:r>
          </a:p>
          <a:p>
            <a:pPr>
              <a:buNone/>
            </a:pPr>
            <a:endParaRPr lang="en-US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1295400" y="762000"/>
            <a:ext cx="609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</p:spTree>
  </p:cSld>
  <p:clrMapOvr>
    <a:masterClrMapping/>
  </p:clrMapOvr>
  <p:transition>
    <p:wipe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1828800"/>
            <a:ext cx="7315200" cy="2819400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  <a:defRPr sz="18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provide a simple and user-friendly interface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for admin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students.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  <a:defRPr sz="18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maintain a secure database of students and notices.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  <a:defRPr sz="18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provide secure login and registration for students and admin.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  <a:defRPr sz="18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allow file attachments while posting notices.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  <a:defRPr sz="18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To send email notifications automatically.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  <a:defRPr sz="1800"/>
            </a:pPr>
            <a:endParaRPr lang="en-US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1219200" y="990600"/>
            <a:ext cx="5638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Objectives</a:t>
            </a:r>
          </a:p>
        </p:txBody>
      </p:sp>
    </p:spTree>
  </p:cSld>
  <p:clrMapOvr>
    <a:masterClrMapping/>
  </p:clrMapOvr>
  <p:transition>
    <p:wipe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447800"/>
            <a:ext cx="7498080" cy="3124200"/>
          </a:xfrm>
        </p:spPr>
        <p:txBody>
          <a:bodyPr/>
          <a:lstStyle/>
          <a:p>
            <a:pPr>
              <a:lnSpc>
                <a:spcPct val="150000"/>
              </a:lnSpc>
              <a:buFont typeface="Arial" pitchFamily="34" charset="0"/>
              <a:buChar char="•"/>
              <a:defRPr sz="18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HTML, CSS, Bootstrap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  <a:defRPr sz="18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Python Flask Framework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  <a:defRPr sz="18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itchFamily="34" charset="0"/>
              <a:buChar char="•"/>
              <a:defRPr sz="18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Mail Service: Flask-Mail (SMTP using Gmail)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  <a:defRPr sz="18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SQLAlchemy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Werkzeug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Jinja2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ransition>
    <p:wipe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533400"/>
            <a:ext cx="7498080" cy="792162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7800" y="1371600"/>
            <a:ext cx="7498080" cy="3657600"/>
          </a:xfrm>
        </p:spPr>
        <p:txBody>
          <a:bodyPr/>
          <a:lstStyle/>
          <a:p>
            <a:pPr>
              <a:lnSpc>
                <a:spcPct val="150000"/>
              </a:lnSpc>
              <a:buFont typeface="Arial" pitchFamily="34" charset="0"/>
              <a:buChar char="•"/>
              <a:defRPr sz="18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Notification System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  <a:defRPr sz="18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Password Hashing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Scrypt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  <a:defRPr sz="18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OTP-based Password Reset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  <a:defRPr sz="18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Upload &amp; Download Feature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  <a:defRPr sz="18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Dashboard with User Control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  <a:defRPr sz="18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 Web Design</a:t>
            </a:r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  <p:transition>
    <p:wipe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685800"/>
            <a:ext cx="6781800" cy="533400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Advantages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1524000"/>
            <a:ext cx="6781800" cy="35814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  <a:defRPr sz="18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Reduces manual work and paperwork.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  <a:defRPr sz="18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Time-saving and easy access.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  <a:defRPr sz="18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Secure and user-friendly.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  <a:defRPr sz="18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Instant updates for all students.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  <a:defRPr sz="18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Efficient notice management system.</a:t>
            </a:r>
          </a:p>
        </p:txBody>
      </p:sp>
    </p:spTree>
  </p:cSld>
  <p:clrMapOvr>
    <a:masterClrMapping/>
  </p:clrMapOvr>
  <p:transition>
    <p:wipe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447800"/>
            <a:ext cx="7498080" cy="3276600"/>
          </a:xfrm>
        </p:spPr>
        <p:txBody>
          <a:bodyPr/>
          <a:lstStyle/>
          <a:p>
            <a:pPr>
              <a:lnSpc>
                <a:spcPct val="150000"/>
              </a:lnSpc>
              <a:buFont typeface="Arial" pitchFamily="34" charset="0"/>
              <a:buChar char="•"/>
              <a:defRPr sz="18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connection required.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  <a:defRPr sz="18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notifications depend on configuration.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  <a:defRPr sz="18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mobile app version yet.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  <a:defRPr sz="18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to basic user roles (Admin and Student).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  <a:defRPr sz="18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advanced analytics or tracking features.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ransition>
    <p:wipe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447800"/>
            <a:ext cx="7498080" cy="3276600"/>
          </a:xfrm>
        </p:spPr>
        <p:txBody>
          <a:bodyPr/>
          <a:lstStyle/>
          <a:p>
            <a:pPr marL="425196" indent="-342900">
              <a:lnSpc>
                <a:spcPct val="150000"/>
              </a:lnSpc>
              <a:buFont typeface="Arial" pitchFamily="34" charset="0"/>
              <a:buChar char="•"/>
              <a:defRPr sz="18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mobile app version.</a:t>
            </a:r>
          </a:p>
          <a:p>
            <a:pPr marL="425196" indent="-342900">
              <a:lnSpc>
                <a:spcPct val="150000"/>
              </a:lnSpc>
              <a:buFont typeface="Arial" pitchFamily="34" charset="0"/>
              <a:buChar char="•"/>
              <a:defRPr sz="18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multi-admin and teacher roles.</a:t>
            </a:r>
          </a:p>
          <a:p>
            <a:pPr marL="425196" indent="-342900">
              <a:lnSpc>
                <a:spcPct val="150000"/>
              </a:lnSpc>
              <a:buFont typeface="Arial" pitchFamily="34" charset="0"/>
              <a:buChar char="•"/>
              <a:defRPr sz="18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push notifications.</a:t>
            </a:r>
          </a:p>
          <a:p>
            <a:pPr marL="425196" indent="-342900">
              <a:lnSpc>
                <a:spcPct val="150000"/>
              </a:lnSpc>
              <a:buFont typeface="Arial" pitchFamily="34" charset="0"/>
              <a:buChar char="•"/>
              <a:defRPr sz="18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with college ERP systems.</a:t>
            </a:r>
          </a:p>
          <a:p>
            <a:pPr marL="425196" indent="-342900">
              <a:lnSpc>
                <a:spcPct val="150000"/>
              </a:lnSpc>
              <a:buFont typeface="Arial" pitchFamily="34" charset="0"/>
              <a:buChar char="•"/>
              <a:defRPr sz="18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analytics dashboard for reports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</p:cSld>
  <p:clrMapOvr>
    <a:masterClrMapping/>
  </p:clrMapOvr>
  <p:transition>
    <p:wipe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Output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C618FD-1AA6-4781-BB01-8A9565CA2F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5100" y="1447800"/>
            <a:ext cx="7404100" cy="4409891"/>
          </a:xfrm>
        </p:spPr>
      </p:pic>
    </p:spTree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F444616-0BE9-448E-B4AC-FD989C9BC3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047594"/>
            <a:ext cx="7497763" cy="4515005"/>
          </a:xfrm>
        </p:spPr>
      </p:pic>
    </p:spTree>
    <p:extLst>
      <p:ext uri="{BB962C8B-B14F-4D97-AF65-F5344CB8AC3E}">
        <p14:creationId xmlns:p14="http://schemas.microsoft.com/office/powerpoint/2010/main" val="2242773461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D8D987-192A-404D-8C56-0C4B9EDB93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983106"/>
            <a:ext cx="7497763" cy="4731894"/>
          </a:xfrm>
        </p:spPr>
      </p:pic>
    </p:spTree>
    <p:extLst>
      <p:ext uri="{BB962C8B-B14F-4D97-AF65-F5344CB8AC3E}">
        <p14:creationId xmlns:p14="http://schemas.microsoft.com/office/powerpoint/2010/main" val="3120880966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096CDA-23A8-4C3E-AAFB-D66106B0C0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762000"/>
            <a:ext cx="7497763" cy="5105400"/>
          </a:xfrm>
        </p:spPr>
      </p:pic>
    </p:spTree>
    <p:extLst>
      <p:ext uri="{BB962C8B-B14F-4D97-AF65-F5344CB8AC3E}">
        <p14:creationId xmlns:p14="http://schemas.microsoft.com/office/powerpoint/2010/main" val="2405774117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447800"/>
            <a:ext cx="7498080" cy="2209800"/>
          </a:xfrm>
        </p:spPr>
        <p:txBody>
          <a:bodyPr/>
          <a:lstStyle/>
          <a:p>
            <a:pPr>
              <a:lnSpc>
                <a:spcPct val="150000"/>
              </a:lnSpc>
              <a:buFont typeface="Arial" pitchFamily="34" charset="0"/>
              <a:buChar char="•"/>
              <a:defRPr sz="18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an efficient and modern solution for sharing notices.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  <a:defRPr sz="18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faster communication and reduces paperwork.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  <a:defRPr sz="18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Secure, reliable, and easily extendable for future needs.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ransition>
    <p:wipe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33600"/>
            <a:ext cx="8229600" cy="1524000"/>
          </a:xfrm>
        </p:spPr>
        <p:txBody>
          <a:bodyPr>
            <a:normAutofit/>
          </a:bodyPr>
          <a:lstStyle/>
          <a:p>
            <a:pPr algn="ctr"/>
            <a:r>
              <a:rPr lang="en-US" sz="8000" dirty="0">
                <a:solidFill>
                  <a:schemeClr val="tx1"/>
                </a:solidFill>
                <a:latin typeface="Algerian" pitchFamily="82" charset="0"/>
              </a:rPr>
              <a:t>Thank you</a:t>
            </a:r>
          </a:p>
        </p:txBody>
      </p:sp>
    </p:spTree>
  </p:cSld>
  <p:clrMapOvr>
    <a:masterClrMapping/>
  </p:clrMapOvr>
  <p:transition>
    <p:wip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254</TotalTime>
  <Words>369</Words>
  <Application>Microsoft Office PowerPoint</Application>
  <PresentationFormat>On-screen Show (4:3)</PresentationFormat>
  <Paragraphs>67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Algerian</vt:lpstr>
      <vt:lpstr>Arial</vt:lpstr>
      <vt:lpstr>Calibri</vt:lpstr>
      <vt:lpstr>Gill Sans MT</vt:lpstr>
      <vt:lpstr>Times New Roman</vt:lpstr>
      <vt:lpstr>Verdana</vt:lpstr>
      <vt:lpstr>Wingdings 2</vt:lpstr>
      <vt:lpstr>Solstice</vt:lpstr>
      <vt:lpstr>PowerPoint Presentation</vt:lpstr>
      <vt:lpstr>PRESENTED BY-</vt:lpstr>
      <vt:lpstr>College E-Notice Board</vt:lpstr>
      <vt:lpstr>PowerPoint Presentation</vt:lpstr>
      <vt:lpstr>PowerPoint Presentation</vt:lpstr>
      <vt:lpstr>Technologies used</vt:lpstr>
      <vt:lpstr>Key Features</vt:lpstr>
      <vt:lpstr>Advantages</vt:lpstr>
      <vt:lpstr>Limitations</vt:lpstr>
      <vt:lpstr>Future Scope</vt:lpstr>
      <vt:lpstr>Output</vt:lpstr>
      <vt:lpstr>PowerPoint Presentation</vt:lpstr>
      <vt:lpstr>PowerPoint Presentation</vt:lpstr>
      <vt:lpstr>PowerPoint Presentation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SIT</dc:creator>
  <cp:lastModifiedBy>Aarti Madihali</cp:lastModifiedBy>
  <cp:revision>37</cp:revision>
  <dcterms:created xsi:type="dcterms:W3CDTF">2025-06-05T07:43:45Z</dcterms:created>
  <dcterms:modified xsi:type="dcterms:W3CDTF">2025-11-15T04:34:56Z</dcterms:modified>
</cp:coreProperties>
</file>